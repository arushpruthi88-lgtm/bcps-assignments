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697480"/>
            <a:ext cx="109728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Artificial Intelligence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Practical - Lab 9-10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Arush Pruthi | BCA (AI &amp; ML) | Chitkara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perform tasks needing human intelligence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reasoning, problem solving and perception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introduced in 1956 at the Dartmouth Conference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systems that can think and act intelligently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one specific task well. Example: voice assistants, spam filters.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80160"/>
            <a:ext cx="265176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learn and perform any intellectual task like a human. Still theoretical.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280160"/>
            <a:ext cx="265176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AI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surpass human intelligence in all areas. Hypothetical.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920240"/>
            <a:ext cx="1417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10512" y="2331720"/>
            <a:ext cx="256032" cy="274320"/>
          </a:xfrm>
          <a:prstGeom prst="rightArrow">
            <a:avLst/>
          </a:prstGeom>
          <a:solidFill>
            <a:srgbClr val="7A8CA0"/>
          </a:solidFill>
          <a:ln w="12700">
            <a:solidFill>
              <a:srgbClr val="7A8C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4832" y="192024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84832" y="1920240"/>
            <a:ext cx="1417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29584" y="2331720"/>
            <a:ext cx="256032" cy="274320"/>
          </a:xfrm>
          <a:prstGeom prst="rightArrow">
            <a:avLst/>
          </a:prstGeom>
          <a:solidFill>
            <a:srgbClr val="7A8CA0"/>
          </a:solidFill>
          <a:ln w="12700">
            <a:solidFill>
              <a:srgbClr val="7A8C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192024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920240"/>
            <a:ext cx="1417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48656" y="2331720"/>
            <a:ext cx="256032" cy="274320"/>
          </a:xfrm>
          <a:prstGeom prst="rightArrow">
            <a:avLst/>
          </a:prstGeom>
          <a:solidFill>
            <a:srgbClr val="7A8CA0"/>
          </a:solidFill>
          <a:ln w="12700">
            <a:solidFill>
              <a:srgbClr val="7A8C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22976" y="192024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22976" y="1920240"/>
            <a:ext cx="1417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67728" y="2331720"/>
            <a:ext cx="256032" cy="274320"/>
          </a:xfrm>
          <a:prstGeom prst="rightArrow">
            <a:avLst/>
          </a:prstGeom>
          <a:solidFill>
            <a:srgbClr val="7A8CA0"/>
          </a:solidFill>
          <a:ln w="12700">
            <a:solidFill>
              <a:srgbClr val="7A8C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2048" y="192024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42048" y="1920240"/>
            <a:ext cx="1417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feeds the next; results from evaluation can send us back to improve the data or model.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personalised learning and auto-grading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disease detection from scans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Banking: fraud detection and credit scoring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self-driving cars and route planning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Agriculture: crop monitoring and yield prediction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548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24x7 without fatigue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speed and accuracy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huge amounts of 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0116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and security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training data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displacement concerns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transforming every field of life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and ethical use of AI is essential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 today prepares us for tomorrow's careers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subject>PptxGenJS Presentation</dc:subject>
  <dc:creator>Arush Pruthi</dc:creator>
  <cp:lastModifiedBy>Arush Pruthi</cp:lastModifiedBy>
  <cp:revision>1</cp:revision>
  <dcterms:created xsi:type="dcterms:W3CDTF">2026-10-12T08:31:41Z</dcterms:created>
  <dcterms:modified xsi:type="dcterms:W3CDTF">2026-10-12T08:31:41Z</dcterms:modified>
</cp:coreProperties>
</file>